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8" r:id="rId9"/>
    <p:sldId id="263" r:id="rId10"/>
    <p:sldId id="264" r:id="rId11"/>
    <p:sldId id="266" r:id="rId12"/>
    <p:sldId id="269" r:id="rId13"/>
    <p:sldId id="267" r:id="rId14"/>
    <p:sldId id="265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006D5-356F-44EC-BF73-4ABED98A2B4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AEB41-351C-4B47-8796-BD6BAD86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7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AEB41-351C-4B47-8796-BD6BAD86AF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7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40008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4800" b="1">
                <a:solidFill>
                  <a:srgbClr val="FFFFFF"/>
                </a:solidFill>
                <a:latin typeface="Arial Black"/>
              </a:defRPr>
            </a:pP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Members’:  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  <a:p>
            <a:pPr algn="ctr">
              <a:defRPr sz="4800" b="1">
                <a:solidFill>
                  <a:srgbClr val="FFFFFF"/>
                </a:solidFill>
                <a:latin typeface="Arial Black"/>
              </a:defRPr>
            </a:pP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KALISA Augustin       25RP21655</a:t>
            </a:r>
          </a:p>
          <a:p>
            <a:pPr marL="342900" indent="-342900">
              <a:buAutoNum type="arabicPeriod"/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IRUMVA Emerance    25RP19623</a:t>
            </a:r>
          </a:p>
          <a:p>
            <a:pPr marL="342900" indent="-342900">
              <a:buAutoNum type="arabicPeriod"/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MUGABO Patrick      25RP20010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6324" y="3311077"/>
            <a:ext cx="6111352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7BC62"/>
                </a:solidFill>
                <a:latin typeface="Arial"/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Education Data Preprocessing Pipeline</a:t>
            </a:r>
          </a:p>
          <a:p>
            <a:pPr algn="ctr">
              <a:defRPr sz="2000">
                <a:solidFill>
                  <a:srgbClr val="97BC62"/>
                </a:solidFill>
                <a:latin typeface="Arial"/>
              </a:defRP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>
                <a:solidFill>
                  <a:srgbClr val="97BC62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Rwanda Polytechnic – Huye College |  </a:t>
            </a:r>
          </a:p>
          <a:p>
            <a:pPr algn="ctr">
              <a:defRPr sz="2000">
                <a:solidFill>
                  <a:srgbClr val="97BC62"/>
                </a:solidFill>
                <a:latin typeface="Arial"/>
              </a:defRPr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>
                <a:solidFill>
                  <a:srgbClr val="97BC62"/>
                </a:solidFill>
                <a:latin typeface="Arial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04133" y="533909"/>
            <a:ext cx="43929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181" y="1645920"/>
            <a:ext cx="1097280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9447" y="182880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Collection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Loading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777699" y="2011680"/>
            <a:ext cx="179692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1657350"/>
            <a:ext cx="1097280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84023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5476" y="1977390"/>
            <a:ext cx="181286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06140" y="1645920"/>
            <a:ext cx="1097280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6140" y="182880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Trans-</a:t>
            </a:r>
            <a:b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94860" y="1966154"/>
            <a:ext cx="137160" cy="2171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77740" y="1628775"/>
            <a:ext cx="1120142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953465"/>
            <a:ext cx="10972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Integration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8250" y="1977390"/>
            <a:ext cx="137160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03617" y="1640302"/>
            <a:ext cx="1028703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5410" y="1941648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Reduction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99350" y="2005966"/>
            <a:ext cx="137159" cy="182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88425" y="1657350"/>
            <a:ext cx="1097280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8425" y="184023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Feature</a:t>
            </a:r>
            <a:b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926080"/>
            <a:ext cx="7315200" cy="1731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 3 Campuses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 sz="1600" b="1">
                <a:solidFill>
                  <a:srgbClr val="F5A623"/>
                </a:solidFill>
                <a:latin typeface="Arial"/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campus with 3 files in csv and excel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Rwanda Polytechnic Huye (RPH):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1545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students, 28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enrollments, 792 assessments</a:t>
            </a:r>
          </a:p>
          <a:p>
            <a:pPr>
              <a:lnSpc>
                <a:spcPct val="150000"/>
              </a:lnSpc>
              <a:defRPr sz="1200">
                <a:solidFill>
                  <a:srgbClr val="212121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Rwanda Polytechnic Kigali (RPK): 50 students, 250 enrollments, 835 assessments</a:t>
            </a:r>
          </a:p>
          <a:p>
            <a:pPr>
              <a:lnSpc>
                <a:spcPct val="150000"/>
              </a:lnSpc>
              <a:defRPr sz="1200">
                <a:solidFill>
                  <a:srgbClr val="212121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Rwanda Polytechnic Musanze (RPM): 50 students, 250 enrollments, 894 assessments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94488" y="227581"/>
            <a:ext cx="42178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957" y="898924"/>
            <a:ext cx="8330338" cy="37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Data: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Imputed using mode for categorical (gender, program), median for numerical (marks), and forward-fill for attendance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Eliminated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student IDs and </a:t>
            </a:r>
            <a:r>
              <a:rPr lang="en-GB" sz="1500" dirty="0"/>
              <a:t>16273</a:t>
            </a:r>
            <a:r>
              <a:rPr lang="en-GB" sz="1500" dirty="0" smtClean="0"/>
              <a:t> 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records using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Course_Code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keys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GB" sz="1500" dirty="0"/>
              <a:t>1509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marks (values &lt; 0 or &gt; 100) using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Boxplot 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Standardization: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gender (M/F), level (L4/L5/L6), semester (SEM1/SEM2), and date formats (YYYY-MM-DD)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regex cleaning for names, trimmed whitespace, standardized course codes across campuses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18632" y="315391"/>
            <a:ext cx="61067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210" y="1251100"/>
            <a:ext cx="8655804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continuous features (attendance rates, cumulative marks) using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Encoding: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applied to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Campus_Name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Assessment_Type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ML readiness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Binning: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performance bands -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(&lt;40),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(40-59),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(60-69),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(70-79),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Distinction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(80-100)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Engineering: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all dates to ISO format, extracted academic year and semester information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Mapping: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inconsistent values (e.g., 'L4'/'Level 4' → ‘L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'SEM1'/'Semester 1' → '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'Semester 1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0743" y="226275"/>
            <a:ext cx="45143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885" y="978118"/>
            <a:ext cx="24994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292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71389"/>
            <a:ext cx="2923942" cy="35240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Merged 3 campus datasets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Students → Courses → Assessments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Keys: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(primary)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Course_Code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Academic_Year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Campus_ID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 Resolution: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Standardized course codes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Unified name spellings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Preserved data 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9124" y="1413151"/>
            <a:ext cx="2831224" cy="35240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Original: 44 columns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Final: 38 columns (13.6% reduction)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Columns: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4 metadata fields (file paths)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2 redundant identifiers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0 high-missing columns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Kept all essential features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Student demographics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Academic performance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Engineered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8852" y="279112"/>
            <a:ext cx="70771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(12 New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665" y="1142999"/>
            <a:ext cx="8195504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Date-Time Features (3):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assessment_month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assessment_weekday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is_weekend_assessment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(5):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student_course_count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student_avg_mark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student_max_mark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student_fail_count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student_total_credits_earned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Flags (2):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is_at_risk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avg_mark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50 OR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fail_count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2),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low_attendance_flag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(attendance &lt; 75%)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Labels (2):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student_category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 Performer/Regular/Struggling/At Risk),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performance_band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(Fail/Pass/Credit/Distinction)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5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engineered for predictive modeling and student intervention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49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46443" y="299164"/>
            <a:ext cx="42652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0370"/>
            <a:ext cx="31127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CLEANING</a:t>
            </a:r>
            <a:r>
              <a:rPr lang="en-GB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29676" y="1004054"/>
            <a:ext cx="29460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</a:t>
            </a:r>
            <a:r>
              <a:rPr lang="en-GB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396979"/>
            <a:ext cx="348866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75401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assessments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1160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missing gender records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3610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missing marks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7683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missing attendance rates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933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missing course codes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135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duplicate students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16273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assessments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1509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invalid marks (outliers)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Inconsistent formats across campuses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2" y="1396979"/>
            <a:ext cx="2774349" cy="35240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56896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assessments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 (100% resolved)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to M/F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Marks: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imputed using median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Attendance: filled with mode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Course codes: standardized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Improvements: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Zero duplicates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All marks within 0-100 range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Unified date formats (ISO 8601)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400" dirty="0"/>
              <a:t>933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records removed/corrected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5A7B-D1AF-E13A-05C6-9E8826DC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40072D-3E58-2B8E-29E9-197FC5E1B312}"/>
              </a:ext>
            </a:extLst>
          </p:cNvPr>
          <p:cNvSpPr/>
          <p:nvPr/>
        </p:nvSpPr>
        <p:spPr>
          <a:xfrm>
            <a:off x="0" y="7749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628DD-4C5A-2C9F-BBAF-0EC55BE6BDF6}"/>
              </a:ext>
            </a:extLst>
          </p:cNvPr>
          <p:cNvSpPr txBox="1"/>
          <p:nvPr/>
        </p:nvSpPr>
        <p:spPr>
          <a:xfrm>
            <a:off x="866354" y="182927"/>
            <a:ext cx="53360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Metrics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1D5F4-1CA2-6A3C-F5DD-E5A1B19CF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17" y="885138"/>
            <a:ext cx="7515953" cy="382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9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3271" y="253879"/>
            <a:ext cx="49974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Gold Dataset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38654"/>
            <a:ext cx="8229600" cy="414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6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Students: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4635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(across 3 campuses)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Courses: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unique courses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Enrollments: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24652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course registrations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Assessments: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56896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assessment records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defRPr sz="16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Metrics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(100% complete)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 (all removed)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Values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 (all corrected)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validated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475AC-A176-69C1-FD29-81E9FCC8C3CA}"/>
              </a:ext>
            </a:extLst>
          </p:cNvPr>
          <p:cNvSpPr txBox="1"/>
          <p:nvPr/>
        </p:nvSpPr>
        <p:spPr>
          <a:xfrm>
            <a:off x="3808336" y="3175673"/>
            <a:ext cx="4878464" cy="15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600" b="1">
                <a:solidFill>
                  <a:srgbClr val="F5A623"/>
                </a:solidFill>
                <a:latin typeface="Arial"/>
              </a:defRPr>
            </a:pP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Files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gold_integrated.csv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Combined all campus data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gold_features.csv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with 38 features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Ø"/>
              <a:defRPr sz="1300">
                <a:solidFill>
                  <a:srgbClr val="212121"/>
                </a:solidFill>
                <a:latin typeface="Arial"/>
              </a:defRPr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Output files each contain total records :56896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18834" y="172454"/>
            <a:ext cx="58310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Cleaned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132" y="1070731"/>
            <a:ext cx="8046720" cy="18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1: Campus Performance Variation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Rwanda Polytechnic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Musanze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with an average mark of 71.3 and lowest at-risk population (26%), while Kigali shows the highest intervention need with 40% at-risk students and an average of 63.1. This 8.2-point performance gap suggests successful teaching practices at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Musanze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could be replicated across other campuses.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35152"/>
            <a:ext cx="8046720" cy="18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 b="1">
                <a:solidFill>
                  <a:srgbClr val="F5A623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2: Critical Student Intervention Required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212121"/>
                </a:solidFill>
                <a:latin typeface="Arial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44.4% of students are categorized as 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'At Risk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with average marks below 50, while only 8.3% are 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'High Performers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'. The performance distribution shows 34% in 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band (60-69) and 41% in 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(70+). Software Engineering and Mechanical Engineering programs have the highest concentration of at-risk students, requiring immediate targeted academic support and tutoring interventions.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21723" y="100352"/>
            <a:ext cx="47436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Binning - Performance Bands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82" y="723924"/>
            <a:ext cx="8493673" cy="4092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943" y="168932"/>
            <a:ext cx="68761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1: Mark Distribution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514" y="4637922"/>
            <a:ext cx="82333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12121"/>
                </a:solidFill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average mark: 64.6 | Performance bands show </a:t>
            </a: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GB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.6</a:t>
            </a: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Credit, </a:t>
            </a: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GB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.7</a:t>
            </a: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 | Campus comparison reveals variation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96" y="761999"/>
            <a:ext cx="8272183" cy="37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1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9349" y="108187"/>
            <a:ext cx="65020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5F2D"/>
                </a:solidFill>
                <a:latin typeface="Arial Black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2: At-Risk Student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544" y="4663440"/>
            <a:ext cx="84809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12121"/>
                </a:solidFill>
              </a:defRPr>
            </a:pP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44.</a:t>
            </a:r>
            <a:r>
              <a:rPr lang="en-GB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identified as At Risk | Software Engineering shows highest risk concentration | Campus-level intervention priorities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79" y="739594"/>
            <a:ext cx="8214241" cy="38476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56553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952</Words>
  <Application>Microsoft Office PowerPoint</Application>
  <PresentationFormat>On-screen Show (16:9)</PresentationFormat>
  <Paragraphs>125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B-TECH LEVEL 8</dc:creator>
  <cp:keywords/>
  <dc:description>generated using python-pptx</dc:description>
  <cp:lastModifiedBy>pc</cp:lastModifiedBy>
  <cp:revision>70</cp:revision>
  <dcterms:created xsi:type="dcterms:W3CDTF">2013-01-27T09:14:16Z</dcterms:created>
  <dcterms:modified xsi:type="dcterms:W3CDTF">2026-02-15T19:39:26Z</dcterms:modified>
  <cp:category/>
</cp:coreProperties>
</file>